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customXml" Target="../customXml/item3.xml"/><Relationship Id="rId5" Type="http://schemas.openxmlformats.org/officeDocument/2006/relationships/theme" Target="theme/theme1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customXml" Target="../customXml/item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customXml" Target="../customXml/item2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CD"/>
                </a:solidFill>
              </a:defRPr>
            </a:pPr>
            <a:r>
              <a:t>SISTEMA DE GESTIÓN DE LA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LIGA MUNICIPAL DE FUTBOL AMATEUR MORELIA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Documento de visión, alcance y requerimientos preliminares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233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59A2C"/>
                </a:solidFill>
              </a:defRPr>
            </a:pPr>
            <a:r>
              <a:t>Base para: ERS · UML · Diseño · Desarrollo · Pruebas · Despliegue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Proyecto académico de Ingeniería de Software · Sistema realista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Propósito del documento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Convertir la operación observada de la Liga en una fuente estructurada para levantar requisitos.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Definir dominio, actores, procesos, reglas de negocio, datos y problemas a resolver.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Servir como insumo inicial; los estudiantes deberán validar, completar y formalizar el ERS.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No sustituye Reglamento ni Convocatoria: lo no explícito queda como punto de validación.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Fuentes de información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Reglamento de la Liga: marco normativo y organizacional.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Convocatorias: reglas de temporada, ascensos/descensos y casos no previstos.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Fecha 32: 11–12 julio 2026.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Fecha 33: 18–19 julio 2026.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Las programaciones permiten observar categorías, grupos, partidos, canchas, horarios, estados y notas.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Visión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Plataforma integral para temporadas, clubes, equipos, jugadores, árbitros, canchas, programación, partidos, resultados, disciplina y competencias.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Portal público para programación, resultados, tablas, estadísticas y comunicaciones autorizadas.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Sistema interno con control de acceso, trazabilidad, documentos y flujos de aprobación.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Motor de reglas configurable y versionable.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Alcance funcional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Administración de organización y usuarios.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Temporadas, categorías, grupos y competencias.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Clubes, equipos, jugadores, delegados y árbitros.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Canchas, sedes, horarios y disponibilidad.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automática y ajustes manuales.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Partidos, resultados, tablas y estadísticas.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Disciplina, sanciones, castigados, recursos e inconformidades.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Ascensos, descensos, liguillas, reportes y portal público.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Actores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Administrador general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Presidente del Comité Ejecutivo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Secretario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Tesorero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Comisión Disciplinaria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Comisión de Arbitraje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Programador de partidos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Presidente/delegado de club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Árbitro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Capturista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Jugador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Usuario público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Modelo organizacional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Reglamento distingue Asamblea General de Asociados, Consejo Directivo y Comité Ejecutivo, entre otros órganos.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Comité Ejecutivo tiene funciones operativas y de gobierno interno de la Liga.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sistema debe representar órganos, cargos, personas, periodos y facultades.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Los permisos deben modelarse de forma explícita; no todos los usuarios tienen las mismas capacidades.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Temporadas y convocatorias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Temporada = periodo deportivo.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Convocatoria = documento normativo asociado a la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Categorías y grupos pueden variar por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Reglas de ascenso/descenso deben ser versionables.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Conservar histórico; no sobrescribir temporadas anteriores.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Reglas sujetas a interpretación deben pasar por validación/autorización.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Estructura deportiva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Temporada → categoría → grupo → equipos → partidos.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Las programaciones observadas contienen Primera Especial, Primera Fuerza, Reserva, Intermedia, Segunda, Tercera, Juvenil, Cuarta y Veteranos.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Una categoría puede tener uno o varios grupos.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Un equipo pertenece a categoría/grupo durante una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modelo debe soportar nuevas categorías sin rediseño.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Clubes, equipos y personas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Club: entidad afiliada.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Equipo: representación deportiva de un club en categoría/grupo/temporada.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Persona: identidad reutilizable para jugador, delegado, árbitro o directivo.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Un jugador puede tener historial por temporadas/equipos.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Separar identidad de persona y 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Registro de jugadores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Alta, baja, renovación y transferencia según reglas.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Identificación y datos administrativos definidos por la Liga.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Equipo, categoría y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Estados: activo, suspendido, baja, inelegible, etc.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Historial de cambios.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Validar elegibilidad antes de permitir participación.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Proteger datos personales.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Árbitros y designaciones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Catálogo de árbitros y disponibilidad.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Designación a partido.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Historial de designaciones.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Cédula arbitral e incidencias.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Validaciones de restricciones si la Liga las establece.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Publicación controlada.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Canchas y sedes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Catálogo de canchas y características.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Disponibilidad por fecha/hora.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Bloqueos y mantenimiento.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Capacidad de recibir partidos consecutivos.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Las programaciones muestran U.D.C., parques y sedes particulares.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La cancha es un recurso temporal que debe ser gestionado.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Programación real observada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Categoría y grupo.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 local / visitante.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Cancha o sede.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Hora.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Número de partido en determinados bloques.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Estados como “YA TERMINÓ”.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Referencias de artículos o situaciones especiales.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Equipos que descansan.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La estructura se observa en Fechas 32 y 33.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Fecha 32: caso de análisis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Fecha oficial: 11–12 julio 2026.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Primera Fuerza Grupo Uno muestra partidos, cancha y hora.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Reserva Grupo Dos contiene partidos marcados “YA TERMINÓ”.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Intermedia Grupo Dos mezcla partidos programados y referencias a artículos.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sistema debe modelar partido + estado + incidencia, no sólo local/visitante.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Fecha 33: caso de análisis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Fecha oficial: 18–19 julio 2026.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La estructura se mantiene pero cambian rivales, sedes y horarios.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Reserva Grupo Dos presenta una nueva jornada.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Intermedia Grupo Dos vuelve a mostrar incidencias disciplinarias.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Esto confirma que la programación debe generarse desde datos y reglas.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Generación automática de programación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Entradas: temporada, categoría, grupo, equipos, calendario, canchas, disponibilidad y restricciones.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Generar enfrentamientos.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Asignar fechas, horarios y canchas.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Aplicar descansos y reprogramaciones.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Detectar conflictos.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Permitir ajuste manual autorizado.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Registrar por qué se generó o modificó una programación.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Problema de optimización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Restricciones duras: equipo duplicado, cancha ocupada, sanción, cancha no disponible.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Restricciones blandas: preferencias, equilibrio de localía, desplazamientos, continuidad.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Objetivo: programación válida y operativamente conveniente.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Los alumnos deberán justificar el algoritmo elegido.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Si no existe solución, el sistema debe explicar los conflictos.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Ciclo de vida del partido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BORRADOR → PROGRAMADO → CONFIRMADO → EN JUEGO → FINALIZADO.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Alternativos: SUSPENDIDO, CANCELADO, REPROGRAMADO, NO PROGRAMADO, RESUELTO ADMINISTRATIVAMENTE.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No eliminar partidos con historial.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Cada transición conserva usuario, fecha y motivo.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estado determina acciones permitidas.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Resultados y tabla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Captura de marcador y estado.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Cálculo automático de PJ, resultados, goles y puntos según reglas configuradas.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Desempates parametrizables.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Historial de tabla por fecha.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Recalcular ante corrección autorizada.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Publicar sólo información validada.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Estadísticas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Equipo: PJ, PG, PE, PP, GF, GC, DG, puntos y posición.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Jugador: participaciones, goles, tarjetas y sanciones, si los datos están disponibles.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Partido: marcador, árbitros, cédula e incidencias.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Histórico por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Separar datos oficiales de indicadores calculados.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Disciplina integral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Cédula arbitral.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Personas y equipos involucrados.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Incidentes y evidencias.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Artículos presuntamente infringidos.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Comisión/autoridad.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Resolución y sanción.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Vigencia y cumplimiento.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Lista de castigados.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Recursos de inconformidad.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Publicación autorizada.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Motor de sanciones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Catálogo de infracciones y artículos.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Correspondencia artículo → sanción.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Excepciones sólo cuando estén formalmente definidas.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Propuesta automática + validación humana.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Cálculo de vigencia.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Bloqueo de participación/programación cuando proceda.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Historial de resolución inmutable.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Flujo cédula → resolución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1 Árbitro captura cédula.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2 Sistema identifica partido/equipos/personas.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3 Se registran incidentes.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4 Comisión consulta artículos.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5 Se genera expediente.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6 Autoridad resuelve.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7 Sistema aplica sanción.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8 Publicación autorizada.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9 Recurso abre nuevo estado del expediente.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Ascensos y descensos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Configurar reglas por convocatoria/temporada.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Determinar posiciones finales.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Determinar elegibilidad.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Aplicar restricciones documentadas.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Generar propuesta.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Requerir validación cuando la regla no sea automática.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Guardar versión de reglas utilizada.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No convertir una interpretación administrativa en regla permanente sin autorización.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Liguilla y fases finales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Definir fase y formato.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Clasificar equipos.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Generar llaves/calendario.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Resolver empates según reglas.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Registrar avances/eliminaciones.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Determinar campeón y subcampeón.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Conservar historial.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Portal público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semanal.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Resultados y tablas.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Calendario.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Noticias/comunicados.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Sanciones autorizadas.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Equipos y competencias.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Buscador por fecha/categoría/equipo.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Flujo borrador → revisión → publicado.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Roles y permisos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RBAC: control basado en roles.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Permisos por módulo y acción.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Separación de funciones.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Ejemplo: capturista registra cédula; autoridad distinta resuelve.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Auditoría de acciones.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Portal público sin privilegios de edición.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Seguridad y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Autenticación segura.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Autorización por rol/contexto.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Protección de datos personales.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Hash seguro de contraseñas.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Sesiones y controles antiabuso.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Auditoría.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Respaldos/recuperación.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Separar datos internos de públicos.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Modelo conceptual preliminar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Persona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Club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Equipo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Temporada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Categoría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Grupo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Competencia/Fase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Partido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Cancha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Árbitro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Cédula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Incidente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Artículo/Infracción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Sanción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Recurso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Resultado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Programación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Usuario/Rol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Documento/Comunicado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Relaciones a investigar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Club 1:N Equipo por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 N:1 Categoría/Grupo.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Equipo N:M Persona mediante Registro.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Partido N:1 Competencia/Fase.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Partido N:1 Cancha; N:M Árbitro si aplica.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Partido 1:1 Resultado cuando finaliza.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Cédula 1:N Incidentes.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Expediente 1:N actuaciones/resoluciones.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Estas cardinalidades son hipótesis a validar.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Regla vs requisito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Regla: jugador con sanción vigente no puede participar cuando la norma lo impida.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Requisito: sistema bloquea su alineación y muestra motivo.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Restricción: operación auditada con usuario/fecha.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Pregunta: ¿la sanción afecta participación, programación del club o ambas?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Criterio: el bloqueo debe explicar la regla que lo origina.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Requisitos funcionales iniciales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RF-01 Temporadas/convocatorias.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RF-02 Categorías/grupos.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RF-03 Clubes/equipos/personas.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RF-04 Registros de jugadores.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RF-05 Canchas.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RF-06 Programación.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RF-07 Generación automática.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RF-08 Resultados.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RF-09 Tablas/estadísticas.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RF-10 Disciplina.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RF-11 Liguilla/ascenso/descenso.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RF-12 Usuarios/auditoría/portal.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Requisitos no funcionales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Disponibilidad en jornadas.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Rendimiento de consultas públicas.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Seguridad y mínimo privilegio.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Integridad transaccional.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Escalabilidad.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Usabilidad.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Responsive/accessibilidad.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Mantenibilidad.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Respaldos/recuperación.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Observabilidad.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Reportes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Programación por fecha/categoría/cancha.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Resultados.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Tabla de posiciones.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Castigados.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Sanciones.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Cédulas.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Historial de equipo/jugador.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Ascensos/descensos propuestos.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Uso de canchas.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Auditoría.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Exportación PDF/Excel.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Integraciones posibles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Correo.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WhatsApp/SMS mediante proveedor.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Almacenamiento documental.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Mapas.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CSV/Excel.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API pública.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Autenticación externa.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Cada integración deberá justificarse por costo, seguridad y necesidad.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Arquitectura a decidir por alumnos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Aplicación web responsive.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Backend/API modular.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Base relacional.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Frontend separado o integrado.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Motor de reglas desacoplado.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Servicio de programación.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Almacenamiento documental.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CI/CD y contenedores como opciones.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Los alumnos deben justificar stack y arquitectura.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Proyecto Scrum: 10 semanas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S1 descubrimiento.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S2 ERS + backlog.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S3 arquitectura + datos.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S4–5 usuarios, clubes, categorías, temporadas, jugadores.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S6–7 partidos, programación, resultados, tablas.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S8 disciplina.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S9 portal, reportes, pruebas, seguridad.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S10 integración, despliegue y demostración.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calendario es sugerencia; ellos deben construir su propio Scrum.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Entregables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ERS/SRS.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Product Backlog.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Mapa de procesos y reglas.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Casos de uso/historias.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Modelo ER y clases.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Secuencias críticas.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Arquitectura.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Prototipo.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Código y control de versiones.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Pruebas.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Manual técnico/usuario.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Despliegue funcional.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Casos de uso críticos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Registrar temporada.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Registrar club/equipo.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Registrar jugador.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Configurar categoría/grupo.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Registrar cancha.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Generar programación.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Publicar programación.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Registrar resultado.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Calcular tabla.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Capturar cédula.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Resolver sanción.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Publicar castigados.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Resolver recurso.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Determinar clasificación/ascenso/descenso.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Preguntas de descubrimiento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¿Quién crea y aprueba programación?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¿Qué es obligatorio para programar?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¿Qué ocurre al bloquear una cancha?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¿Quién modifica resultados?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¿Cuándo un resultado es oficial?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¿Quién resuelve sanciones?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¿Qué sanciones son públicas?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¿Cómo se presentan recursos?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¿Qué desempates aplican?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¿Qué impide ascender/descender?</a:t>
            </a:r>
          </a:p>
          <a:p>
            <a:pPr>
              <a:spcAft>
                <a:spcPts val="800"/>
              </a:spcAft>
              <a:defRPr sz="1500">
                <a:solidFill>
                  <a:srgbClr val="262626"/>
                </a:solidFill>
              </a:defRPr>
            </a:pPr>
            <a:r>
              <a:t>¿Qué excepciones existen?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Calidad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Abreviaturas y nombres variables.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Un nombre puede aparecer en varias categorías.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Referencias reglamentarias incrustadas en programación.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Sedes particulares y formatos no uniformes.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Usar catálogos + identificadores.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Validar duplicados y ambigüedades.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Trazabilidad extremo a extremo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Convocatoria → regla → configuración.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Configuración → jornada → partido.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Partido → árbitro → cédula.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Cédula → incidente → artículo → expediente.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Expediente → resolución → sanción.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Sanción → elegibilidad/programación.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Resultado → tabla → clasificación.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Clasificación → liguilla → campeón/ascenso/descenso.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Criterios de aceptación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Temporadas históricas no se alteran.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automática sin conflictos duros.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Resultado validado actualiza tabla.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Sanción vigente bloquea cuando corresponda.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Resolución genera vigencia verificable.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Sistema explica por qué un equipo/persona no puede participar.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Portal muestra sólo información publicada.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Cambios críticos quedan auditados.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Riesgos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Reglas pueden requerir interpretación.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Convocatorias cambian por temporada.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Datos históricos no estructurados.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es un problema de restricciones.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Disciplina requiere trazabilidad.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Automatización puede ser incorrecta si se parametriza mal.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Mitigar con versionado, validación humana, auditoría y pruebas reales.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Regla de 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No construir primero las pantallas.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Primero entender dominio.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Después actores y procesos.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Luego reglas de negocio.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Después datos y arquitectura.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Finalmente implementar, probar y desplegar.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El software debe reflejar procesos reales.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Primer Sprint recomendado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Entrevistas y levantamiento.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Inventario de procesos/documentos.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Glosario.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Actores y permisos.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Mapa de procesos.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Modelo de dominio.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Historias iniciales.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Preguntas de validación con la Liga.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Definition of Done.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Resultado esperado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Responder qué hace el sistema, quién lo usa, qué datos maneja, qué reglas aplica, qué automatiza, qué publica, cómo se protege y cómo se despliega.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Transformar reglas/procesos en requisitos verificables.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Diseñar una solución mantenible y evolutiva para nuevas temporadas y convocatorias.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663E"/>
                </a:solidFill>
              </a:defRPr>
            </a:pPr>
            <a:r>
              <a:t>Fuentes y validación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6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20256"/>
            <a:ext cx="1161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Sistema de Gestión de la Liga Municipal de Futbol Amateur Morelia · Base para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Reglamento de la Liga proporcionado por el usuario.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Convocatoria 2025–2026 proporcionada por el usuario.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Oficial Fecha 32: 11–12 julio 2026.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Programación Oficial Fecha 33: 18–19 julio 2026.</a:t>
            </a:r>
          </a:p>
          <a:p>
            <a:pPr>
              <a:spcAft>
                <a:spcPts val="800"/>
              </a:spcAft>
              <a:defRPr sz="1700">
                <a:solidFill>
                  <a:srgbClr val="262626"/>
                </a:solidFill>
              </a:defRPr>
            </a:pPr>
            <a:r>
              <a:t>Lo no soportado expresamente por las fuentes debe validarse con la Liga antes de convertirse en requisito definitivo.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1061D368890844BCDF55F45CE664BF" ma:contentTypeVersion="3" ma:contentTypeDescription="Crear nuevo documento." ma:contentTypeScope="" ma:versionID="12c0007f33527dfe6e94a2e8d8897604">
  <xsd:schema xmlns:xsd="http://www.w3.org/2001/XMLSchema" xmlns:xs="http://www.w3.org/2001/XMLSchema" xmlns:p="http://schemas.microsoft.com/office/2006/metadata/properties" xmlns:ns2="6f69b302-78da-4fa3-b244-2e18e3e30bcb" targetNamespace="http://schemas.microsoft.com/office/2006/metadata/properties" ma:root="true" ma:fieldsID="8c441d945303e346424c79ef1323fdac" ns2:_="">
    <xsd:import namespace="6f69b302-78da-4fa3-b244-2e18e3e30b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69b302-78da-4fa3-b244-2e18e3e30b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4D76A5-CB7D-4472-BE30-A9107146182B}"/>
</file>

<file path=customXml/itemProps2.xml><?xml version="1.0" encoding="utf-8"?>
<ds:datastoreItem xmlns:ds="http://schemas.openxmlformats.org/officeDocument/2006/customXml" ds:itemID="{DD057A3E-05F8-485B-BC0E-7F5301D7756B}"/>
</file>

<file path=customXml/itemProps3.xml><?xml version="1.0" encoding="utf-8"?>
<ds:datastoreItem xmlns:ds="http://schemas.openxmlformats.org/officeDocument/2006/customXml" ds:itemID="{58484AC0-56A1-43C5-B4D7-20B9F1BB1BB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0x010100561061D368890844BCDF55F45CE664BF</vt:lpwstr>
  </property>
</Properties>
</file>